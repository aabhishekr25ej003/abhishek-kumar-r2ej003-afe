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114800" cy="36576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 //  CORE_ENGINE //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5600" b="1">
                <a:solidFill>
                  <a:srgbClr val="F4F7F6"/>
                </a:solidFill>
                <a:latin typeface="Trebuchet MS"/>
              </a:defRPr>
            </a:pPr>
            <a:r>
              <a:t>AFE Software Deployments</a:t>
            </a:r>
          </a:p>
          <a:p>
            <a:pPr>
              <a:spcAft>
                <a:spcPts val="2400"/>
              </a:spcAft>
              <a:defRPr sz="1800">
                <a:solidFill>
                  <a:srgbClr val="A3B3AE"/>
                </a:solidFill>
                <a:latin typeface="Calibri"/>
              </a:defRPr>
            </a:pPr>
            <a:r>
              <a:t>A walkthrough of four advanced software systems, modular architectures, and pipeline automation frameworks.</a:t>
            </a:r>
          </a:p>
          <a:p>
            <a:pPr>
              <a:defRPr sz="1300" b="1">
                <a:solidFill>
                  <a:srgbClr val="10B981"/>
                </a:solidFill>
                <a:latin typeface="Consolas"/>
              </a:defRPr>
            </a:pPr>
            <a:r>
              <a:t>Developed by Aryan Arnav C  |  CSIT Student, REVA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4F7F6"/>
                </a:solidFill>
                <a:latin typeface="Trebuchet MS"/>
              </a:defRPr>
            </a:pPr>
            <a:r>
              <a:t>System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20624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1. Core Environment &amp; AI Layers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Project 1 (Hello-World) sets up execution boundaries and workspace path sanity checks.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Project 2 (Hugging-Face-Model) maps user interaction to NLP models.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Establishes structured system boundaries prior to running intensive logic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20624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2. Responsive UIs &amp; Orchestration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Project 3 (EProfile) features high-density iOS glassmorphism and real-time custom pointer tracking.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Project 4 (AIWebsite) maps live automation pipeline progress through responsive viewport grids.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Focuses on premium end-user aesthetic design without sacrificing interface layout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4F7F6"/>
                </a:solidFill>
                <a:latin typeface="Trebuchet MS"/>
              </a:defRPr>
            </a:pPr>
            <a:r>
              <a:t>Project 1: Workspace Baseline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36576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 //  REPOSITORY: Project1-Hello-World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A3B3AE"/>
                </a:solidFill>
                <a:latin typeface="Calibri"/>
              </a:defRPr>
            </a:pPr>
            <a:r>
              <a:t>A clean sandbox deployment designed to confirm active runtime environments, verify local configuration integrity, and run system loop checks.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Configured custom static directories cleanly.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Integrated dynamic configuration setup blocks.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Initialized automated compilation and diagnostics tracking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Core Architecture Stack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Language Paradigm: Basic Structural Program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Environment: Visual Code Compiler Runtimes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Pipeline Integration: Automated index paths linking dynamic configuration trees.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4F7F6"/>
                </a:solidFill>
                <a:latin typeface="Trebuchet MS"/>
              </a:defRPr>
            </a:pPr>
            <a:r>
              <a:t>Project 2: Intelligent NLP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36576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 //  REPOSITORY: Project2-Hugging-Face-Model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A3B3AE"/>
                </a:solidFill>
                <a:latin typeface="Calibri"/>
              </a:defRPr>
            </a:pPr>
            <a:r>
              <a:t>A structured graphical interface engineered to visualize machine learning pipelines and process semantic text classifications.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Maps user action pipelines directly onto ML parameters.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Establishes rich container boxes optimized for raw terminal evaluation displays.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Optimized with modular HTML forms feeding into text classifiers.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Data Processing Layer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Integration Interface: Hugging Face API pipelines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Structural UI Component: CSS Custom Properties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Execution Path: Forms map standard client data streams directly to AI runtime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4F7F6"/>
                </a:solidFill>
                <a:latin typeface="Trebuchet MS"/>
              </a:defRPr>
            </a:pPr>
            <a:r>
              <a:t>Project 3: Glassmorphism EProfile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36576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 //  REPOSITORY: Project3-EProfile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A3B3AE"/>
                </a:solidFill>
                <a:latin typeface="Calibri"/>
              </a:defRPr>
            </a:pPr>
            <a:r>
              <a:t>A premium interactive presentation landscape crafted over an iOS Concept Glass framework, incorporating fluid desktop mouse feedback layers.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Programmed highly immersive background blur elements (24px saturation offsets).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Developed a dedicated spatial ring cursor to smoothly shadow pointer movements.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Engineered asynchronously loaded sections utilizing scroll reveals.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Front-End Engine Architecture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Layout Core: CSS Backdrop-Filter saturation matrices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Interaction Model: JS Canvas / RequestAnimationFrame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Aesthetic Target: Modern cybertech styling.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4F7F6"/>
                </a:solidFill>
                <a:latin typeface="Trebuchet MS"/>
              </a:defRPr>
            </a:pPr>
            <a:r>
              <a:t>Project 4: Orchestration Control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36576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 //  REPOSITORY: Project4-AIWebsite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A3B3AE"/>
                </a:solidFill>
                <a:latin typeface="Calibri"/>
              </a:defRPr>
            </a:pPr>
            <a:r>
              <a:t>A production-ready control desk visualizing dynamic software pipelines and automation workflows across intelligent execution nodes.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Enables scannable pipeline step tracking via high-density card layouts.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Ensures complete responsive integrity through flexbox grids.</a:t>
            </a:r>
          </a:p>
          <a:p>
            <a:pPr>
              <a:spcAft>
                <a:spcPts val="1000"/>
              </a:spcAft>
              <a:defRPr sz="1500">
                <a:solidFill>
                  <a:srgbClr val="F4F7F6"/>
                </a:solidFill>
                <a:latin typeface="Calibri"/>
              </a:defRPr>
            </a:pPr>
            <a:r>
              <a:t>▪  Integrated modular asset cards matching target deployment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Workflow Parameters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Interface Framework: Structural Semantic Layouts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Scaling Engine: CSS Viewport Variable Rules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Visual Goal: Tracking complex multi-agent execution steps gracefully.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4F7F6"/>
                </a:solidFill>
                <a:latin typeface="Trebuchet MS"/>
              </a:defRPr>
            </a:pPr>
            <a:r>
              <a:t>Technical Toolkit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20624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Languages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C (Foundations)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Advanced C (DSA)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Python Scripting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Semantic HTML5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Advanced CSS3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20624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Environments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Git &amp; GitHub Engine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Linux Shell Commands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SQL Databases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IoT Integrations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206240"/>
          </a:xfrm>
          <a:prstGeom prst="roundRect">
            <a:avLst/>
          </a:prstGeom>
          <a:solidFill>
            <a:srgbClr val="161C1A"/>
          </a:solidFill>
          <a:ln w="12700">
            <a:solidFill>
              <a:srgbClr val="283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System Architecture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Modular structures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Aesthetic interfaces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Responsive grids</a:t>
            </a:r>
          </a:p>
          <a:p>
            <a:pPr>
              <a:spcAft>
                <a:spcPts val="1000"/>
              </a:spcAft>
              <a:defRPr sz="1400">
                <a:solidFill>
                  <a:srgbClr val="F4F7F6"/>
                </a:solidFill>
                <a:latin typeface="Calibri"/>
              </a:defRPr>
            </a:pPr>
            <a:r>
              <a:t>▪  Automated pathways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